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629150"/>
            <a:ext cx="822960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20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设计模式期末答辩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473202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2026/06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1525"/>
            <a:ext cx="91440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86325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设计模式期末答辩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ECTION"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《植物大战僵尸》复刻与架构重构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基于设计模式的子系统优化与功能扩展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项目地址: https://gitee.com/seven-losses-and-eight-losses/plants-vs-zombies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项目概述与运行环境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5875"/>
            <a:ext cx="3657600" cy="3086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666666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4018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项目简介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5453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复刻经典游戏《植物大战僵尸》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重点在于运用设计模式重构代码架构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实现高内聚低耦合的子系统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支持便捷的功能扩展与新植物/僵尸接入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285875"/>
            <a:ext cx="4114800" cy="3086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66666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44018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运行环境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0" y="195453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操作系统: Windows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运行方式: 提供可执行的 .exe 文件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演示模式: 支持一键启动，直接展示游戏效果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版本控制: Gitee托管，文档与代码同步更新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核心子系统与游戏流程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游戏主循环 (Main Loop)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543050"/>
            <a:ext cx="1371600" cy="514350"/>
          </a:xfrm>
          <a:prstGeom prst="rightArrow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43050"/>
            <a:ext cx="1371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用户输入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543050"/>
            <a:ext cx="1371600" cy="514350"/>
          </a:xfrm>
          <a:prstGeom prst="rightArrow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543050"/>
            <a:ext cx="1371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状态更新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543050"/>
            <a:ext cx="1371600" cy="514350"/>
          </a:xfrm>
          <a:prstGeom prst="rightArrow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43050"/>
            <a:ext cx="1371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碰撞检测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2160" y="1543050"/>
            <a:ext cx="1371600" cy="514350"/>
          </a:xfrm>
          <a:prstGeom prst="rect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543050"/>
            <a:ext cx="1371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画面渲染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3145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主要子系统划分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828925"/>
            <a:ext cx="1371600" cy="15430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43275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渲染引擎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03120" y="2828925"/>
            <a:ext cx="1371600" cy="15430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343275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物理碰撞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49040" y="2828925"/>
            <a:ext cx="1371600" cy="15430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343275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实体管理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94960" y="2828925"/>
            <a:ext cx="1371600" cy="15430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343275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波次控制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40880" y="2828925"/>
            <a:ext cx="1371600" cy="15430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343275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UI交互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设计模式应用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28925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解决代码耦合，提升扩展性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1800225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简单工厂模式</a:t>
            </a:r>
            <a:endParaRPr lang="en-US" sz="2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装饰器模式</a:t>
            </a:r>
            <a:endParaRPr lang="en-US" sz="2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责任链模式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简单工厂模式 (Simple Factory)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应用场景：植物与僵尸的创建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43050"/>
            <a:ext cx="3657600" cy="2828925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重构前 (硬编码)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14575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(type == 0)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flower.add(new Flower(...));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(type == 1)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wandou.add(new Wandou(...));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每次新增植物都需要修改此处代码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违反开闭原则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543050"/>
            <a:ext cx="4114800" cy="2828925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459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重构后 (简单工厂)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314575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 p = PlantFactory.createPlant(type, x, y);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plantList.add(p);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新增植物/僵尸炸弹改动量极少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只需在Factory中注册，无需修改调用方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割草机(LawnMower)也抽象为特殊实体统一管理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装饰器模式 (Decorator)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应用场景：植物的动态升级与变异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需求：两个向日葵变双头、喂豆子变三头射手、坚果变高坚果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1828800" cy="1028700"/>
          </a:xfrm>
          <a:prstGeom prst="round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14575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基础植物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(BasePlant)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314575"/>
            <a:ext cx="731520" cy="51435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2057400"/>
            <a:ext cx="1828800" cy="102870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2314575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装饰器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(PlantDecorator)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2314575"/>
            <a:ext cx="731520" cy="514350"/>
          </a:xfrm>
          <a:prstGeom prst="rightArrow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1800225"/>
            <a:ext cx="1828800" cy="61722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903095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双头向日葵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(产出x2)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571750"/>
            <a:ext cx="1828800" cy="61722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6746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三头射手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(多弹道)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3343275"/>
            <a:ext cx="1828800" cy="61722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446145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太阳坚果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(防御+产出)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3719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优点：不修改原类代码，动态附加功能，避免子类爆炸，实现组合特性（如向日葵+坚果）。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责任链模式 (Chain of Responsibility)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应用场景：僵尸波次控制与碰撞事件分发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43050"/>
            <a:ext cx="3840480" cy="257175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解决波次进攻缺陷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6027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原逻辑：硬编码在主循环中判断时间和击杀数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重构：构建波次处理器链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Wave1 -&gt; Wave2 -&gt; BossWave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每个节点判断自己是否满足触发条件，满足则执行，否则传递给下一个节点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543050"/>
            <a:ext cx="4114800" cy="257175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459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碰撞与异常状态处理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160270"/>
            <a:ext cx="3566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僵尸倒退怎么处理？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状态处理器链：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冰冻减速 -&gt; 击退效果 -&gt; 正常移动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当僵尸受到特定攻击(如大蒜/炸弹冲击波)，将请求传递给击退处理器，改变移动方向坐标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趣味性功能与体验优化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针对用户群体的趣味性设计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4401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植物变异与融合：向日葵+坚果=太阳坚果，增加策略深度。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僵尸特殊行为：增加“飞翔”或“倒退”机制，打破常规防线。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UI交互反馈：脑子被吃掉时，增加倒计时或特写动画，增强紧迫感。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0287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已解决与待办清单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0" y="1440180"/>
            <a:ext cx="3657600" cy="2828925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64592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两个向日葵合成双头向日葵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豆子道具使豌豆变三头射手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完善Menu主菜单与场景切换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演示模式一键启动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□ 优化植物/僵尸的分类基类结构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□ 完善脑子被吃掉的延迟显示动画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总结与致谢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设计模式让代码更优雅，让扩展更简单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2026-06-09T10:33:21Z</dcterms:created>
  <dcterms:modified xsi:type="dcterms:W3CDTF">2026-06-09T10:33:21Z</dcterms:modified>
</cp:coreProperties>
</file>